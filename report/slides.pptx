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Hammersmith One" panose="02010703030501060504" pitchFamily="2" charset="77"/>
      <p:regular r:id="rId3"/>
    </p:embeddedFont>
    <p:embeddedFont>
      <p:font typeface="Rosario" panose="02000503040000020003" pitchFamily="2" charset="77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canva.com/design/DAGU09OTtsU/PK8W2osLadkfoEYzkzLyWg/view?utm_content=DAGU09OTtsU&amp;utm_campaign=designshare&amp;utm_medium=link&amp;utm_source=editor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806997"/>
            <a:chOff x="0" y="0"/>
            <a:chExt cx="4816593" cy="2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12543"/>
            </a:xfrm>
            <a:custGeom>
              <a:avLst/>
              <a:gdLst/>
              <a:ahLst/>
              <a:cxnLst/>
              <a:rect l="l" t="t" r="r" b="b"/>
              <a:pathLst>
                <a:path w="4816592" h="212543">
                  <a:moveTo>
                    <a:pt x="0" y="0"/>
                  </a:moveTo>
                  <a:lnTo>
                    <a:pt x="4816592" y="0"/>
                  </a:lnTo>
                  <a:lnTo>
                    <a:pt x="4816592" y="212543"/>
                  </a:lnTo>
                  <a:lnTo>
                    <a:pt x="0" y="212543"/>
                  </a:lnTo>
                  <a:close/>
                </a:path>
              </a:pathLst>
            </a:custGeom>
            <a:solidFill>
              <a:srgbClr val="DD593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73298">
            <a:off x="9619661" y="1633238"/>
            <a:ext cx="1342052" cy="1341541"/>
          </a:xfrm>
          <a:custGeom>
            <a:avLst/>
            <a:gdLst/>
            <a:ahLst/>
            <a:cxnLst/>
            <a:rect l="l" t="t" r="r" b="b"/>
            <a:pathLst>
              <a:path w="1342052" h="1341541">
                <a:moveTo>
                  <a:pt x="0" y="0"/>
                </a:moveTo>
                <a:lnTo>
                  <a:pt x="1342052" y="0"/>
                </a:lnTo>
                <a:lnTo>
                  <a:pt x="1342052" y="1341541"/>
                </a:lnTo>
                <a:lnTo>
                  <a:pt x="0" y="1341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0806"/>
            </a:stretch>
          </a:blipFill>
        </p:spPr>
      </p:sp>
      <p:sp>
        <p:nvSpPr>
          <p:cNvPr id="6" name="Freeform 6"/>
          <p:cNvSpPr/>
          <p:nvPr/>
        </p:nvSpPr>
        <p:spPr>
          <a:xfrm rot="-73298" flipH="1">
            <a:off x="16889437" y="7162756"/>
            <a:ext cx="1342052" cy="1341541"/>
          </a:xfrm>
          <a:custGeom>
            <a:avLst/>
            <a:gdLst/>
            <a:ahLst/>
            <a:cxnLst/>
            <a:rect l="l" t="t" r="r" b="b"/>
            <a:pathLst>
              <a:path w="1342052" h="1341541">
                <a:moveTo>
                  <a:pt x="1342052" y="0"/>
                </a:moveTo>
                <a:lnTo>
                  <a:pt x="0" y="0"/>
                </a:lnTo>
                <a:lnTo>
                  <a:pt x="0" y="1341541"/>
                </a:lnTo>
                <a:lnTo>
                  <a:pt x="1342052" y="1341541"/>
                </a:lnTo>
                <a:lnTo>
                  <a:pt x="13420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080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84454" y="1532108"/>
            <a:ext cx="6283438" cy="7154692"/>
            <a:chOff x="0" y="0"/>
            <a:chExt cx="973469" cy="11084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3469" cy="1108449"/>
            </a:xfrm>
            <a:custGeom>
              <a:avLst/>
              <a:gdLst/>
              <a:ahLst/>
              <a:cxnLst/>
              <a:rect l="l" t="t" r="r" b="b"/>
              <a:pathLst>
                <a:path w="973469" h="1108449">
                  <a:moveTo>
                    <a:pt x="0" y="0"/>
                  </a:moveTo>
                  <a:lnTo>
                    <a:pt x="973469" y="0"/>
                  </a:lnTo>
                  <a:lnTo>
                    <a:pt x="973469" y="1108449"/>
                  </a:lnTo>
                  <a:lnTo>
                    <a:pt x="0" y="1108449"/>
                  </a:lnTo>
                  <a:close/>
                </a:path>
              </a:pathLst>
            </a:custGeom>
            <a:solidFill>
              <a:srgbClr val="DD5936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975862" y="1273722"/>
            <a:ext cx="6283438" cy="7244728"/>
            <a:chOff x="0" y="0"/>
            <a:chExt cx="973469" cy="11223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3469" cy="1122398"/>
            </a:xfrm>
            <a:custGeom>
              <a:avLst/>
              <a:gdLst/>
              <a:ahLst/>
              <a:cxnLst/>
              <a:rect l="l" t="t" r="r" b="b"/>
              <a:pathLst>
                <a:path w="973469" h="1122398">
                  <a:moveTo>
                    <a:pt x="0" y="0"/>
                  </a:moveTo>
                  <a:lnTo>
                    <a:pt x="973469" y="0"/>
                  </a:lnTo>
                  <a:lnTo>
                    <a:pt x="973469" y="1122398"/>
                  </a:lnTo>
                  <a:lnTo>
                    <a:pt x="0" y="1122398"/>
                  </a:lnTo>
                  <a:close/>
                </a:path>
              </a:pathLst>
            </a:custGeom>
            <a:blipFill>
              <a:blip r:embed="rId4"/>
              <a:stretch>
                <a:fillRect l="-52487" r="-52487"/>
              </a:stretch>
            </a:blip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5832964" y="221765"/>
            <a:ext cx="1426336" cy="385208"/>
            <a:chOff x="0" y="0"/>
            <a:chExt cx="1901782" cy="51361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13610" cy="51361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94651" y="0"/>
              <a:ext cx="513610" cy="51361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388172" y="0"/>
              <a:ext cx="513610" cy="513610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0" y="9480003"/>
            <a:ext cx="18288000" cy="806997"/>
            <a:chOff x="0" y="0"/>
            <a:chExt cx="4816593" cy="2125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6592" cy="212543"/>
            </a:xfrm>
            <a:custGeom>
              <a:avLst/>
              <a:gdLst/>
              <a:ahLst/>
              <a:cxnLst/>
              <a:rect l="l" t="t" r="r" b="b"/>
              <a:pathLst>
                <a:path w="4816592" h="212543">
                  <a:moveTo>
                    <a:pt x="0" y="0"/>
                  </a:moveTo>
                  <a:lnTo>
                    <a:pt x="4816592" y="0"/>
                  </a:lnTo>
                  <a:lnTo>
                    <a:pt x="4816592" y="212543"/>
                  </a:lnTo>
                  <a:lnTo>
                    <a:pt x="0" y="212543"/>
                  </a:lnTo>
                  <a:close/>
                </a:path>
              </a:pathLst>
            </a:custGeom>
            <a:solidFill>
              <a:srgbClr val="DD593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816593" cy="2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7504" y="9690897"/>
            <a:ext cx="1426336" cy="385208"/>
            <a:chOff x="0" y="0"/>
            <a:chExt cx="1901782" cy="51361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513610" cy="513610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94651" y="0"/>
              <a:ext cx="513610" cy="513610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388172" y="0"/>
              <a:ext cx="513610" cy="513610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39700" y="101600"/>
                <a:ext cx="533400" cy="571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16963" y="3741162"/>
            <a:ext cx="9541249" cy="231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sz="9199" u="sng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  <a:hlinkClick r:id="rId5" tooltip="https://www.canva.com/design/DAGU09OTtsU/PK8W2osLadkfoEYzkzLyWg/view?utm_content=DAGU09OTtsU&amp;utm_campaign=designshare&amp;utm_medium=link&amp;utm_source=edi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 Monthly </a:t>
            </a:r>
          </a:p>
          <a:p>
            <a:pPr algn="ctr">
              <a:lnSpc>
                <a:spcPts val="10779"/>
              </a:lnSpc>
            </a:pPr>
            <a:r>
              <a:rPr lang="en-US" sz="5499" u="sng" dirty="0">
                <a:solidFill>
                  <a:schemeClr val="bg1"/>
                </a:solidFill>
                <a:latin typeface="Hammersmith One"/>
                <a:ea typeface="Hammersmith One"/>
                <a:cs typeface="Hammersmith One"/>
                <a:sym typeface="Hammersmith One"/>
                <a:hlinkClick r:id="rId5" tooltip="https://www.canva.com/design/DAGU09OTtsU/PK8W2osLadkfoEYzkzLyWg/view?utm_content=DAGU09OTtsU&amp;utm_campaign=designshare&amp;utm_medium=link&amp;utm_source=edi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Tourist Arrivals &amp; Spending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28662" y="6355338"/>
            <a:ext cx="671785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By Anthony 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Hammersmith One</vt:lpstr>
      <vt:lpstr>Rosario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MATH422 - Midterm</dc:title>
  <cp:lastModifiedBy>Hoang Nguyen Le</cp:lastModifiedBy>
  <cp:revision>2</cp:revision>
  <dcterms:created xsi:type="dcterms:W3CDTF">2006-08-16T00:00:00Z</dcterms:created>
  <dcterms:modified xsi:type="dcterms:W3CDTF">2024-10-28T03:42:53Z</dcterms:modified>
  <dc:identifier>DAGU09OTtsU</dc:identifier>
</cp:coreProperties>
</file>